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EPI: Evidence Packaged Infrastructure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"Git for AI Runs" - Turn opaque AI executions into cryptographically-verified, shareable evidence packages.</a:t>
            </a:r>
          </a:p>
          <a:p/>
          <a:p>
            <a:r>
              <a:t>Pre-Seed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The AI "Black Box"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Reproducibility Crisis: 70% of AI research papers cannot be reproduced.</a:t>
            </a:r>
          </a:p>
          <a:p>
            <a:pPr>
              <a:defRPr sz="1800"/>
            </a:pPr>
            <a:r>
              <a:t>Production Failures: "It worked on my machine" is rampant; debugging production AI is expensive.</a:t>
            </a:r>
          </a:p>
          <a:p>
            <a:pPr>
              <a:defRPr sz="1800"/>
            </a:pPr>
            <a:r>
              <a:t>Compliance Gaps: EU AI Act &amp; FDA require audit trails that don't exist today.</a:t>
            </a:r>
          </a:p>
          <a:p>
            <a:pPr>
              <a:defRPr sz="1800"/>
            </a:pPr>
            <a:r>
              <a:t>Trust Deficit: AI decisions are opaque with no chain of custody.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EPI (Evidence Packaged Infrastructure)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"Black Box Recorder" for AI systems.</a:t>
            </a:r>
          </a:p>
          <a:p>
            <a:pPr>
              <a:defRPr sz="1800"/>
            </a:pPr>
            <a:r>
              <a:t>Captures a complete timeline of every execution (LLM calls, inputs, outputs, env).</a:t>
            </a:r>
          </a:p>
          <a:p>
            <a:pPr>
              <a:defRPr sz="1800"/>
            </a:pPr>
            <a:r>
              <a:t>Creates a single, portable .epi file.</a:t>
            </a:r>
          </a:p>
          <a:p>
            <a:pPr>
              <a:defRPr sz="1800"/>
            </a:pPr>
            <a:r>
              <a:t>Cryptographically signed and independently verifiable.</a:t>
            </a:r>
          </a:p>
          <a:p>
            <a:pPr>
              <a:defRPr sz="1800"/>
            </a:pPr>
            <a:r>
              <a:t>Includes an embedded, serverless HTML viewer.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PDF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Just as PDF became the standard for Documents:</a:t>
            </a:r>
          </a:p>
          <a:p>
            <a:pPr>
              <a:defRPr sz="1800"/>
            </a:pPr>
            <a:r>
              <a:t>  - Self-contained &amp; Platform-independent</a:t>
            </a:r>
          </a:p>
          <a:p>
            <a:pPr>
              <a:defRPr sz="1800"/>
            </a:pPr>
            <a:r>
              <a:t>  - Preserves formatting vs. Preserves execution context</a:t>
            </a:r>
          </a:p>
          <a:p>
            <a:pPr>
              <a:defRPr sz="1800"/>
            </a:pPr>
            <a:r>
              <a:t>  - Signed &amp; Verifiable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EPI is the standard for AI Workflows.</a:t>
            </a:r>
          </a:p>
          <a:p>
            <a:pPr>
              <a:defRPr sz="1800"/>
            </a:pPr>
            <a:r>
              <a:t>"Every AI decision comes with an .epi file."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Zero-Config Recording: Auto-patching of OpenAI/LangChain SDKs.</a:t>
            </a:r>
          </a:p>
          <a:p>
            <a:pPr>
              <a:defRPr sz="1800"/>
            </a:pPr>
            <a:r>
              <a:t>Universal Format: Works on Windows, macOS, Linux.</a:t>
            </a:r>
          </a:p>
          <a:p>
            <a:pPr>
              <a:defRPr sz="1800"/>
            </a:pPr>
            <a:r>
              <a:t>Security: Automatic redaction of API keys (15+ patterns).</a:t>
            </a:r>
          </a:p>
          <a:p>
            <a:pPr>
              <a:defRPr sz="1800"/>
            </a:pPr>
            <a:r>
              <a:t>Cryptography: Ed25519 signatures &amp; SHA-256 hashing.</a:t>
            </a:r>
          </a:p>
          <a:p>
            <a:pPr>
              <a:defRPr sz="1800"/>
            </a:pPr>
            <a:r>
              <a:t>Interactive Viewer: Beautiful timeline UI within the file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Researchers: Verify claims and attach .epi files to papers.</a:t>
            </a:r>
          </a:p>
          <a:p>
            <a:pPr>
              <a:defRPr sz="1800"/>
            </a:pPr>
            <a:r>
              <a:t>AI Startups: Debug production failures 10x faster.</a:t>
            </a:r>
          </a:p>
          <a:p>
            <a:pPr>
              <a:defRPr sz="1800"/>
            </a:pPr>
            <a:r>
              <a:t>Enterprises: Compliance with EU AI Act and internal audits.</a:t>
            </a:r>
          </a:p>
          <a:p>
            <a:pPr>
              <a:defRPr sz="1800"/>
            </a:pPr>
            <a:r>
              <a:t>Healthcare/Finance: FDA/SEC audit trails and liability defense.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vs. LangSmith/Helicone: They are monitoring tools (cloud, logs). EPI is evidence (local, signed file).</a:t>
            </a:r>
          </a:p>
          <a:p>
            <a:pPr>
              <a:defRPr sz="1800"/>
            </a:pPr>
            <a:r>
              <a:t>vs. Git: Git tracks code. EPI tracks execution.</a:t>
            </a:r>
          </a:p>
          <a:p>
            <a:pPr>
              <a:defRPr sz="1800"/>
            </a:pPr>
            <a:r>
              <a:t>vs. MLflow: EPI is for compliance and evidence, not just experiment tracking.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EPI is complementary: Use LangSmith for monitoring, EPI for the permanent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Model: Open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Free / Open Source:</a:t>
            </a:r>
          </a:p>
          <a:p>
            <a:pPr>
              <a:defRPr sz="1800"/>
            </a:pPr>
            <a:r>
              <a:t>  - CLI Tool, Python API, Local Recording.</a:t>
            </a:r>
          </a:p>
          <a:p>
            <a:pPr>
              <a:defRPr sz="1800"/>
            </a:pPr>
            <a:r>
              <a:t>  - Community growth &amp; standard creation.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Commercial (Future SaaS/Enterprise):</a:t>
            </a:r>
          </a:p>
          <a:p>
            <a:pPr>
              <a:defRPr sz="1800"/>
            </a:pPr>
            <a:r>
              <a:t>  - Cloud Storage &amp; Collaboration.</a:t>
            </a:r>
          </a:p>
          <a:p>
            <a:pPr>
              <a:defRPr sz="1800"/>
            </a:pPr>
            <a:r>
              <a:t>  - Advanced Analytics &amp; Team Management.</a:t>
            </a:r>
          </a:p>
          <a:p>
            <a:pPr>
              <a:defRPr sz="1800"/>
            </a:pPr>
            <a:r>
              <a:t>  - Enterprise On-Premise &amp; SSO.</a:t>
            </a:r>
          </a:p>
          <a:p>
            <a:pPr>
              <a:defRPr sz="1800"/>
            </a:pPr>
            <a:r>
              <a:t>  - Compliance Reporting Automation.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Phase 1 (Now): Open Source Traction (PyPI, Hacker News).</a:t>
            </a:r>
          </a:p>
          <a:p>
            <a:pPr>
              <a:defRPr sz="1800"/>
            </a:pPr>
            <a:r>
              <a:t>Phase 2: Research Adoption (Partner with Labs).</a:t>
            </a:r>
          </a:p>
          <a:p>
            <a:pPr>
              <a:defRPr sz="1800"/>
            </a:pPr>
            <a:r>
              <a:t>Phase 3: Enterprise POCs (Healthcare/Finance pilots).</a:t>
            </a:r>
          </a:p>
          <a:p>
            <a:pPr>
              <a:defRPr sz="1800"/>
            </a:pPr>
            <a:r>
              <a:t>Phase 4: The Standard (`.epi` everywhere).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Vision: Total transparency for AI. Solving the reproducibility crisis.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Investing in Trust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EPI Labs</a:t>
            </a:r>
          </a:p>
          <a:p>
            <a:r>
              <a:t>contact@epilabs.org</a:t>
            </a:r>
          </a:p>
          <a:p>
            <a:r>
              <a:t>https://github.com/mohdibrahimaiml/EPI-OFFICIAL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