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Evidence Packaged Infrastructure (EPI)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b="1" sz="2800"/>
            </a:pPr>
            <a:r>
              <a:t>The Infrastructure Standard for AI Reproducibility</a:t>
            </a:r>
          </a:p>
          <a:p>
            <a:pPr>
              <a:defRPr sz="2400" i="1"/>
            </a:pPr>
            <a:r>
              <a:t>Record -&gt; Sign -&gt; Replay -&gt; Prove</a:t>
            </a:r>
          </a:p>
          <a:p>
            <a:br/>
            <a:pPr>
              <a:defRPr sz="1800"/>
            </a:pPr>
            <a:r>
              <a:t>Founder: Mohd Ibrahim Afridi</a:t>
            </a:r>
            <a:br/>
            <a:r>
              <a:t>EPI Labs | Hyderabad, TS</a:t>
            </a:r>
            <a:br/>
            <a:r>
              <a:t>Founded: 2024</a:t>
            </a:r>
            <a:br/>
            <a:r>
              <a:t>Raising: $250K USD (Preseed)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Regulators Can't Verify Why AI Models Make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The Core Problem:</a:t>
            </a:r>
          </a:p>
          <a:p>
            <a:pPr lvl="1">
              <a:defRPr sz="1400"/>
            </a:pPr>
            <a:r>
              <a:t>AI systems in regulated industries (banking, pharma) are opaque 'black boxes'.</a:t>
            </a:r>
          </a:p>
          <a:p>
            <a:pPr lvl="1">
              <a:defRPr sz="1400"/>
            </a:pPr>
            <a:r>
              <a:t>Regulators (RBI, FDA, EU AI Act) cannot verify reproducibility.</a:t>
            </a:r>
          </a:p>
          <a:p>
            <a:pPr lvl="1">
              <a:defRPr sz="1400"/>
            </a:pPr>
            <a:r>
              <a:t>Logs exist, but cannot prove exact computation was performed.</a:t>
            </a:r>
          </a:p>
          <a:p>
            <a:pPr lvl="1">
              <a:defRPr sz="1400"/>
            </a:pPr>
            <a:r>
              <a:t>Non-compliance costs: FDA device rejection, RBI audit failure, GDPR fines.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Regulatory Pressure (Real &amp; Immediate):</a:t>
            </a:r>
          </a:p>
          <a:p>
            <a:pPr lvl="1">
              <a:defRPr sz="1400"/>
            </a:pPr>
            <a:r>
              <a:t>RBI Phase 1 (NOW): Audit trails required.</a:t>
            </a:r>
          </a:p>
          <a:p>
            <a:pPr lvl="1">
              <a:defRPr sz="1400"/>
            </a:pPr>
            <a:r>
              <a:t>FDA (May 2025): AI/ML device guidance issued.</a:t>
            </a:r>
          </a:p>
          <a:p>
            <a:pPr lvl="1">
              <a:defRPr sz="1400"/>
            </a:pPr>
            <a:r>
              <a:t>EU AI Act (2025-26): Explainability proof required.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Customer Evidence:</a:t>
            </a:r>
          </a:p>
          <a:p>
            <a:pPr lvl="1">
              <a:defRPr sz="1400"/>
            </a:pPr>
            <a:r>
              <a:t>Fintech CEO: 'We can't prove to regulators why our model made this credit decision.'</a:t>
            </a:r>
          </a:p>
          <a:p>
            <a:pPr lvl="1">
              <a:defRPr sz="1400"/>
            </a:pPr>
            <a:r>
              <a:t>Biotech CRO: 'FDA is asking us to prove model reproducibility.'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EPI - Infrastructure for Reproducibility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What is EPI?</a:t>
            </a:r>
          </a:p>
          <a:p>
            <a:pPr lvl="1">
              <a:defRPr sz="1400"/>
            </a:pPr>
            <a:r>
              <a:t>A lightweight infrastructure primitive that records, signs, and replays AI execution.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Three Core Capabilities:</a:t>
            </a:r>
          </a:p>
          <a:p>
            <a:pPr lvl="1">
              <a:defRPr sz="1400"/>
            </a:pPr>
            <a:r>
              <a:t>1. Record: Captures complete execution (inputs, weights, outputs) with minimal code.</a:t>
            </a:r>
          </a:p>
          <a:p>
            <a:pPr lvl="1">
              <a:defRPr sz="1400"/>
            </a:pPr>
            <a:r>
              <a:t>2. Sign: Cryptographically signs execution proof (Ed25519) - tamper-proof.</a:t>
            </a:r>
          </a:p>
          <a:p>
            <a:pPr lvl="1">
              <a:defRPr sz="1400"/>
            </a:pPr>
            <a:r>
              <a:t>3. Replay: Recreates exact model execution from signature (100% reproducibility).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Why This Matters:</a:t>
            </a:r>
          </a:p>
          <a:p>
            <a:pPr lvl="1">
              <a:defRPr sz="1400"/>
            </a:pPr>
            <a:r>
              <a:t>Only vendor combining Record + Sign + Replay.</a:t>
            </a:r>
          </a:p>
          <a:p>
            <a:pPr lvl="1">
              <a:defRPr sz="1400"/>
            </a:pPr>
            <a:r>
              <a:t>Portable .epi format accepted by regulators.</a:t>
            </a:r>
          </a:p>
          <a:p>
            <a:pPr lvl="1">
              <a:defRPr sz="1400"/>
            </a:pPr>
            <a:r>
              <a:t>Open-source foundation (trust, transparency).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Product Status:</a:t>
            </a:r>
          </a:p>
          <a:p>
            <a:pPr lvl="1">
              <a:defRPr sz="1400"/>
            </a:pPr>
            <a:r>
              <a:t>MVP on PyPI, Replay demo working, 60+ test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Size: $1.8B Global TAM (2027-2030)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104502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Market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EPI SAM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 AI 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$2.2B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$330M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AI Gov (Narrow)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$300M+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$60M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$2.3B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$276M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Audit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$650M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Pharma (FDA)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$300M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Others (RBI, EU)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$500B+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$150M+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389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Preseed TAM (Available NOW): $58-95M</a:t>
            </a:r>
          </a:p>
          <a:p>
            <a:pPr>
              <a:defRPr sz="1200"/>
            </a:pPr>
            <a:r>
              <a:t>- Fintech (RBI Phase 1): $3-5M</a:t>
            </a:r>
          </a:p>
          <a:p>
            <a:pPr>
              <a:defRPr sz="1200"/>
            </a:pPr>
            <a:r>
              <a:t>- Pharma (FDA Guidance): $20-30M</a:t>
            </a:r>
          </a:p>
          <a:p>
            <a:pPr>
              <a:defRPr sz="1200"/>
            </a:pPr>
            <a:r>
              <a:t>- Enterprise (GDPR/CCPA): $30-50M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Key Insight for Rainmatter:</a:t>
            </a:r>
          </a:p>
          <a:p>
            <a:pPr>
              <a:defRPr sz="1200"/>
            </a:pPr>
            <a:r>
              <a:t>Preseed isn't chasing the $1.8B standard play yet. We capture the $34-55M from early adopters feeling pressure NOW. Series A opens when Phase 2 begins (FY26-27).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Timing: Regulatory Mandates Create 3-5x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Phase 1 (2025 - NOW): Compliance Awakening</a:t>
            </a:r>
          </a:p>
          <a:p>
            <a:pPr lvl="1">
              <a:defRPr sz="1400"/>
            </a:pPr>
            <a:r>
              <a:t>RBI Phase 1 live, FDA guidance issued.</a:t>
            </a:r>
          </a:p>
          <a:p>
            <a:pPr lvl="1">
              <a:defRPr sz="1400"/>
            </a:pPr>
            <a:r>
              <a:t>Market: $34-55M. Target: Land 3-5 design partners.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Phase 2 (FY26-27): Mandatory Audit Frameworks</a:t>
            </a:r>
          </a:p>
          <a:p>
            <a:pPr lvl="1">
              <a:defRPr sz="1400"/>
            </a:pPr>
            <a:r>
              <a:t>RBI Phase 2 implies mandatory audits. FDA enforcement begins.</a:t>
            </a:r>
          </a:p>
          <a:p>
            <a:pPr lvl="1">
              <a:defRPr sz="1400"/>
            </a:pPr>
            <a:r>
              <a:t>Market: $150-250M (3-5x expansion).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Phase 3 (2027-28): Mandatory Compliance + Penalties</a:t>
            </a:r>
          </a:p>
          <a:p>
            <a:pPr lvl="1">
              <a:defRPr sz="1400"/>
            </a:pPr>
            <a:r>
              <a:t>RBI Phase 3: All AI models need proof. High-risk FDA devices need proof.</a:t>
            </a:r>
          </a:p>
          <a:p>
            <a:pPr lvl="1">
              <a:defRPr sz="1400"/>
            </a:pPr>
            <a:r>
              <a:t>Market: $400-600M.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Why Rainmatter?</a:t>
            </a:r>
          </a:p>
          <a:p>
            <a:pPr lvl="1">
              <a:defRPr sz="1400"/>
            </a:pPr>
            <a:r>
              <a:t>Fintech portfolio benefits from Phase 1 compliance.</a:t>
            </a:r>
          </a:p>
          <a:p>
            <a:pPr lvl="1">
              <a:defRPr sz="1400"/>
            </a:pPr>
            <a:r>
              <a:t>Patient capital for infrastructure play.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EPI Wins (vs Databricks, AWS, MLflow)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121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Databricks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MLflow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Record Exec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Add-on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Add-on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Crypto 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Replay 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Audit Proof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Portable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Partial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0233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Why Large Vendors Won't Win:</a:t>
            </a:r>
          </a:p>
          <a:p>
            <a:pPr>
              <a:defRPr sz="1200"/>
            </a:pPr>
            <a:r>
              <a:t>- Databricks/AWS: Reproducibility is a secondary feature. Compliance is an add-on.</a:t>
            </a:r>
          </a:p>
          <a:p>
            <a:pPr>
              <a:defRPr sz="1200"/>
            </a:pPr>
            <a:r>
              <a:t>- MLflow: Logs data but cannot sign/replay (not audit-grade).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Why EPI Has a 2-3 Year Window:</a:t>
            </a:r>
          </a:p>
          <a:p>
            <a:pPr>
              <a:defRPr sz="1200"/>
            </a:pPr>
            <a:r>
              <a:t>- First-mover in standardized reproducibility proof.</a:t>
            </a:r>
          </a:p>
          <a:p>
            <a:pPr>
              <a:defRPr sz="1200"/>
            </a:pPr>
            <a:r>
              <a:t>- Format moat (.epi) vs Platform lock-in.</a:t>
            </a:r>
          </a:p>
          <a:p>
            <a:pPr>
              <a:defRPr sz="1200"/>
            </a:pPr>
            <a:r>
              <a:t>- We own the regulation conversation (RBI/FDA).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Validation: MVP Built, Market Validated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Product Traction:</a:t>
            </a:r>
          </a:p>
          <a:p>
            <a:pPr lvl="1">
              <a:defRPr sz="1400"/>
            </a:pPr>
            <a:r>
              <a:t>epi-recorder on PyPI (Production Ready).</a:t>
            </a:r>
          </a:p>
          <a:p>
            <a:pPr lvl="1">
              <a:defRPr sz="1400"/>
            </a:pPr>
            <a:r>
              <a:t>GitHub: 60+ automated tests, Replay demo working.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Customer Validation (Preseed Convos):</a:t>
            </a:r>
          </a:p>
          <a:p>
            <a:pPr lvl="1">
              <a:defRPr sz="1400"/>
            </a:pPr>
            <a:r>
              <a:t>Fintech CEO: 'RBI Phase 1 is asking us for audit trails. EPI does exactly what we need.'</a:t>
            </a:r>
          </a:p>
          <a:p>
            <a:pPr lvl="1">
              <a:defRPr sz="1400"/>
            </a:pPr>
            <a:r>
              <a:t>Biotech CRO: 'Your replay demo solves our FDA problem.'</a:t>
            </a:r>
          </a:p>
          <a:p>
            <a:pPr lvl="1">
              <a:defRPr sz="1400"/>
            </a:pPr>
          </a:p>
          <a:p>
            <a:pPr>
              <a:defRPr sz="1400"/>
            </a:pPr>
            <a:r>
              <a:t>Growth Trajectory:</a:t>
            </a:r>
          </a:p>
          <a:p>
            <a:pPr lvl="1">
              <a:defRPr sz="1400"/>
            </a:pPr>
            <a:r>
              <a:t>Q4 2025: MVP Done, 3 Design Partner Convos.</a:t>
            </a:r>
          </a:p>
          <a:p>
            <a:pPr lvl="1">
              <a:defRPr sz="1400"/>
            </a:pPr>
            <a:r>
              <a:t>Q1 2026: Close 1st Partner ($100K).</a:t>
            </a:r>
          </a:p>
          <a:p>
            <a:pPr lvl="1">
              <a:defRPr sz="1400"/>
            </a:pPr>
            <a:r>
              <a:t>Q2-Q4 2026: Scale to $900K-$1.5M ARR.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Model: How We'll Acquire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Preseed Strategy: Design Partner Playbook</a:t>
            </a:r>
          </a:p>
          <a:p>
            <a:pPr lvl="1">
              <a:defRPr sz="1400"/>
            </a:pPr>
            <a:r>
              <a:t>Target: 3-5 partners (Fintech, Pharma). Price: $75-150K/year.</a:t>
            </a:r>
          </a:p>
          <a:p>
            <a:pPr lvl="1">
              <a:defRPr sz="1400"/>
            </a:pPr>
            <a:r>
              <a:t>Channel: Founder-led sales. Timeline: 3-9 months.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Revenue Model:</a:t>
            </a:r>
          </a:p>
          <a:p>
            <a:pPr lvl="1">
              <a:defRPr sz="1400"/>
            </a:pPr>
            <a:r>
              <a:t>SaaS Subscription (80%): Tier 1 ($75K), Tier 2 ($150K), Tier 3 ($300K+).</a:t>
            </a:r>
          </a:p>
          <a:p>
            <a:pPr lvl="1">
              <a:defRPr sz="1400"/>
            </a:pPr>
            <a:r>
              <a:t>Managed Services (15%): Audit setup &amp; validation ($50-100K).</a:t>
            </a:r>
          </a:p>
          <a:p>
            <a:pPr lvl="1">
              <a:defRPr sz="1400"/>
            </a:pPr>
            <a:r>
              <a:t>Licensing (5%): Cloud hosting &amp; verification.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Unit Economics (Exceptional):</a:t>
            </a:r>
          </a:p>
          <a:p>
            <a:pPr lvl="1">
              <a:defRPr sz="1400"/>
            </a:pPr>
            <a:r>
              <a:t>CAC Payback: 3-4 months (vs 12mo standard).</a:t>
            </a:r>
          </a:p>
          <a:p>
            <a:pPr lvl="1">
              <a:defRPr sz="1400"/>
            </a:pPr>
            <a:r>
              <a:t>Retention: &gt;95% (Compliance makes it sticky).</a:t>
            </a:r>
          </a:p>
          <a:p>
            <a:pPr lvl="1">
              <a:defRPr sz="1400"/>
            </a:pPr>
            <a:r>
              <a:t>NRR: 150% (Expansion revenue).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Forecast &amp; The Ask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8288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Preseed (25-26)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Series A (26-27)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Series B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$0.5-1.5M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$2-3M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$10-20M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50-100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$100-150K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$120-150K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$150-200K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2918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Raising: $250K USD (Preseed) | Valuation: $3-5M</a:t>
            </a:r>
          </a:p>
          <a:p>
            <a:pPr>
              <a:defRPr sz="1200"/>
            </a:pPr>
            <a:r>
              <a:t>Use of Funds:</a:t>
            </a:r>
          </a:p>
          <a:p>
            <a:pPr>
              <a:defRPr sz="1200"/>
            </a:pPr>
            <a:r>
              <a:t>- 40% Engineering (Product hardening, Signing)</a:t>
            </a:r>
          </a:p>
          <a:p>
            <a:pPr>
              <a:defRPr sz="1200"/>
            </a:pPr>
            <a:r>
              <a:t>- 30% Sales &amp; Marketing (Design partners)</a:t>
            </a:r>
          </a:p>
          <a:p>
            <a:pPr>
              <a:defRPr sz="1200"/>
            </a:pPr>
            <a:r>
              <a:t>- 16% Ops, 14% Runway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Investor Returns (Rainmatter Stake):</a:t>
            </a:r>
          </a:p>
          <a:p>
            <a:pPr>
              <a:defRPr sz="1200"/>
            </a:pPr>
            <a:r>
              <a:t>- Base Case Exit ($1B): 240-360x return ($60-90M).</a:t>
            </a:r>
          </a:p>
          <a:p>
            <a:pPr>
              <a:defRPr sz="1200"/>
            </a:pPr>
            <a:r>
              <a:t>- Strategic Value: Reproducibility compliance for Zerodha ecosystem.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